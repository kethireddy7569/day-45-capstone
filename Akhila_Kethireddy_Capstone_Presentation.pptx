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5FB4"/>
                </a:solidFill>
                <a:latin typeface="Arial"/>
              </a:defRPr>
            </a:pPr>
            <a:r>
              <a:t>CRAFTECHCO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5FB4"/>
                </a:solidFill>
                <a:latin typeface="Arial"/>
              </a:defRPr>
            </a:pPr>
            <a:r>
              <a:t>IT SOLUTIONS PVT.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2D41"/>
                </a:solidFill>
                <a:latin typeface="Arial"/>
              </a:defRPr>
            </a:pPr>
            <a:r>
              <a:t>ENTERPRISE GENAI SYSTEMS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A646E"/>
                </a:solidFill>
                <a:latin typeface="Arial"/>
              </a:defRPr>
            </a:pPr>
            <a:r>
              <a:t>Capstone Project Presentation | Day 1–45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FB4"/>
                </a:solidFill>
                <a:latin typeface="Arial"/>
              </a:defRPr>
            </a:pPr>
            <a:r>
              <a:t>Presented by: Akhila Kethireddy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E2D41"/>
                </a:solidFill>
                <a:latin typeface="Arial"/>
              </a:defRPr>
            </a:pPr>
            <a:r>
              <a:t>Employee ID: CRFT-IT-260601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E2D41"/>
                </a:solidFill>
                <a:latin typeface="Arial"/>
              </a:defRPr>
            </a:pPr>
            <a:r>
              <a:t>•  This project summarizes the 45-day Enterprise GenAI Systems Engineer training.</a:t>
            </a:r>
          </a:p>
          <a:p>
            <a:pPr>
              <a:spcAft>
                <a:spcPts val="1600"/>
              </a:spcAft>
              <a:defRPr sz="2000">
                <a:solidFill>
                  <a:srgbClr val="1E2D41"/>
                </a:solidFill>
                <a:latin typeface="Arial"/>
              </a:defRPr>
            </a:pPr>
            <a:r>
              <a:t>•  The training covered Python scripting, API integration, AI workflows and data handling.</a:t>
            </a:r>
          </a:p>
          <a:p>
            <a:pPr>
              <a:spcAft>
                <a:spcPts val="1600"/>
              </a:spcAft>
              <a:defRPr sz="2000">
                <a:solidFill>
                  <a:srgbClr val="1E2D41"/>
                </a:solidFill>
                <a:latin typeface="Arial"/>
              </a:defRPr>
            </a:pPr>
            <a:r>
              <a:t>•  Different task modules were developed to understand practical software systems.</a:t>
            </a:r>
          </a:p>
          <a:p>
            <a:pPr>
              <a:spcAft>
                <a:spcPts val="1600"/>
              </a:spcAft>
              <a:defRPr sz="2000">
                <a:solidFill>
                  <a:srgbClr val="1E2D41"/>
                </a:solidFill>
                <a:latin typeface="Arial"/>
              </a:defRPr>
            </a:pPr>
            <a:r>
              <a:t>•  The capstone presents the overall project architecture and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Automate repetitive tasks using Python 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0876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6596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Connect APIs, AI services and databases.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0876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6596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Capture relevant activity and system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47472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3611879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406908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Validate inputs and handle errors.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611879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06908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Record implementation and testing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Python, HTML, CSS and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0876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6596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OpenRouter and Groq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0876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6596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Firebase and Firestore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11879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Asset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06908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Snipe-IT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47472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611879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Web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06908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Context.dev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474720"/>
            <a:ext cx="3383280" cy="1554480"/>
          </a:xfrm>
          <a:prstGeom prst="roundRect">
            <a:avLst/>
          </a:prstGeom>
          <a:solidFill>
            <a:srgbClr val="EBF4FC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611879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FB4"/>
                </a:solidFill>
                <a:latin typeface="Arial"/>
              </a:defRPr>
            </a:pPr>
            <a:r>
              <a:t>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069080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D41"/>
                </a:solidFill>
                <a:latin typeface="Arial"/>
              </a:defRPr>
            </a:pPr>
            <a:r>
              <a:t>Git, GitHub and deployment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7373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242316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D41"/>
                </a:solidFill>
                <a:latin typeface="Arial"/>
              </a:defRPr>
            </a:pPr>
            <a:r>
              <a:t>User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194560"/>
            <a:ext cx="17373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242316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D41"/>
                </a:solidFill>
                <a:latin typeface="Arial"/>
              </a:defRPr>
            </a:pPr>
            <a:r>
              <a:t>Python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194560"/>
            <a:ext cx="17373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242316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D41"/>
                </a:solidFill>
                <a:latin typeface="Arial"/>
              </a:defRPr>
            </a:pPr>
            <a:r>
              <a:t>AI /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194560"/>
            <a:ext cx="17373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42316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D41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194560"/>
            <a:ext cx="173736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00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7232" y="242316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D41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23160" y="2468880"/>
            <a:ext cx="411480" cy="274320"/>
          </a:xfrm>
          <a:prstGeom prst="rightArrow">
            <a:avLst/>
          </a:prstGeom>
          <a:solidFill>
            <a:srgbClr val="00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709160" y="2468880"/>
            <a:ext cx="411480" cy="274320"/>
          </a:xfrm>
          <a:prstGeom prst="rightArrow">
            <a:avLst/>
          </a:prstGeom>
          <a:solidFill>
            <a:srgbClr val="00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995160" y="2468880"/>
            <a:ext cx="411480" cy="274320"/>
          </a:xfrm>
          <a:prstGeom prst="rightArrow">
            <a:avLst/>
          </a:prstGeom>
          <a:solidFill>
            <a:srgbClr val="00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9281160" y="2468880"/>
            <a:ext cx="411480" cy="274320"/>
          </a:xfrm>
          <a:prstGeom prst="rightArrow">
            <a:avLst/>
          </a:prstGeom>
          <a:solidFill>
            <a:srgbClr val="00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D41"/>
                </a:solidFill>
                <a:latin typeface="Arial"/>
              </a:defRPr>
            </a:pPr>
            <a:r>
              <a:t>Input → Processing → API Integration → Data Storage →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Step 1: Receive user input or task data.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Step 2: Validate required fields and data formats.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Step 3: Process information using Python.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Step 4: Call the required AI service or external API.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Step 5: Store results and logs in the configured data store.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Step 6: Display the results through the interface or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Main Work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Python scripting and REST API integration.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Input validation and duplicate record handling.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AI-assisted help desk and question-answering workflows.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Job data collection and filtering.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Activity tracking and dashboard development.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Frontend development and deployment troubleshooting.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Security and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Store API keys in environment variables or secure platform settings.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Never commit .env files or service account credentials to GitHub.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Validate API responses and handle errors clearly.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Check database permissions and required cloud APIs.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Review deployment logs when a service fails.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Test each module before integrating it into the overall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Testing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Input Testing: Test valid and invalid sample data.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API Testing: Verify status codes and response content.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Database Testing: Confirm that expected records are saved.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Dashboard Testing: Check that results are displayed correctly.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Error Testing: Confirm that failures are handled safely.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Deployment Testing: Verify environment configuration and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FB4"/>
                </a:solidFill>
                <a:latin typeface="Arial"/>
              </a:defRPr>
            </a:pPr>
            <a:r>
              <a:t>Conclusion and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6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Improved understanding of Python automation and API integration.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Learned how AI services and data stores can work together.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Practiced validation, logging, error handling and deployment.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Developed troubleshooting and technical documentation skills.</a:t>
            </a:r>
          </a:p>
          <a:p>
            <a:pPr>
              <a:spcAft>
                <a:spcPts val="16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 The project provides a foundation for further system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5FB4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